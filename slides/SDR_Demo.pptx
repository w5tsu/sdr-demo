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D0BA"/>
                </a:solidFill>
                <a:latin typeface="Calibri"/>
              </a:rPr>
              <a:t>SOFTWARE DEFINED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From Bits to Airwaves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A live demo with GNU Radio Companion, a HackRF One, and a 144/440 MHz handheld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34340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Is Software Defined Radio?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309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Traditional radios: filtering, mixing, and demodulation are done by dedicated analog/digital hardware built for one job.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SDR: an antenna feeds a wideband ADC/DAC, and everything after that -- tuning, filtering, demodulating, decoding -- happens in software.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Same box, endless radios: change the software, not the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Today's demo does this literally -- one HackRF, six different “radios,” just by loading a different flowgraph.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24028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Antenna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Analog RF in/out</a:t>
            </a:r>
          </a:p>
        </p:txBody>
      </p:sp>
      <p:sp>
        <p:nvSpPr>
          <p:cNvPr id="9" name="Down Arrow 8"/>
          <p:cNvSpPr/>
          <p:nvPr/>
        </p:nvSpPr>
        <p:spPr>
          <a:xfrm>
            <a:off x="9235440" y="310896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0" y="333756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ADC / DAC
(HackRF)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Samples ↔ RF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235440" y="420624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0" y="443484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Software
(GNU Radio)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Filter · demod · decode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One Radio, Many Radios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Flexibility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 ham repeater receiver, a broadcast FM receiver, and a wideband recorder are all just different flowgraphs on the same box.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Access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 $300 HackRF + a laptop gets a student or new ham hands-on with RF/DSP concepts that used to need a rack of lab gear.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Prototyping speed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Try an idea by dragging blocks in GNU Radio Companion instead of designing a circuit board.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It's how modern radio actually works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Cell networks, WiFi, and most new ham/commercial gear are SDR under the hood already.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HackRF One + Ham Handheld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HackRF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1 MHz – 6 GHz tuning range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Up to 20 Msps, 8-bit ADC/DAC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Half-duplex (RX or TX, not both at once)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USB-powered, open source hardware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This talk: driven via SoapySDR from GNU Radio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Dual-Band Handheld (144/440)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Our “known-good” reference radio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2m (144-148 MHz) and 70cm (420-450 MHz)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Keys up so we can watch/hear the HackRF receive it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Receives our HackRF transmissions in the reverse demos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 + GNU Radio Companion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Radio: open-source DSP toolkit -- filters, modulators, demodulators, resamplers, all as reusable building blocks.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 Companion (GRC): drag-and-drop flowgraph editor that generates the underlying Python for you.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SoapySDR: hardware abstraction layer -- the same flowgraph blocks work whether it's a HackRF, RTL-SDR, LimeSDR, or others.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 flowgraph in this demo is a plain-text .grc file -- versionable, diffable, shareable.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148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A7BA"/>
                </a:solidFill>
                <a:latin typeface="Calibri"/>
              </a:rPr>
              <a:t>Toolchain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606040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Flowgraph (.grc)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262872" y="3172968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43800" y="3319272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Companion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62872" y="3886200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43800" y="4032504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Generated Python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262872" y="4599432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4745736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runtime + SoapySDR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262872" y="5312664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43800" y="5458968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CORE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Reading a Flowgraph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Blocks are connected left to right: a Source produces samples, middle blocks process them, a Sink consumes them.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Everything on the RF side flows as complex IQ samples -- one number for signal strength/phase in two dimensions (I and Q), captured at the sample rate.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Sample rate sets your instantaneous bandwidth: capture at 6 Msps and you're watching 6 MHz of spectrum at once, not just one channel.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HackRF
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 /
Resample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Demodulate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Audio / File
Sink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EA7BA"/>
                </a:solidFill>
                <a:latin typeface="Calibri"/>
              </a:rPr>
              <a:t>DEMO 0  ·  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FM Broadcast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06_bonus_fm_broadcast_receiver.grc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 to any strong local FM station (88-108 MHz) and hear music instantly through the laptop speakers.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a ham-band demo -- it's here to prove the whole chain works (driver, HackRF, GNU Radio, audio out) before the ham material, and it needs no license to receive.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Live Spectrum &amp; Waterfall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01_spectrum_waterfall_tunable.grc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flowgraph, both ham bands -- retype the center frequency live: 146.520 MHz (2m) then 446.000 MHz (70cm).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Key up the handheld on each band and watch the signal light up the spectrum plot and waterfall in real time.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Talking point: this is the same 10 MHz of RF spectrum a traditional radio can only look at one narrow slice of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Tunable NBFM Voice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02_nbfm_voice_receiver.grc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real narrowband FM voice receiver -- channel filter, resampler, FM demodulator, straight to the speakers.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Default: 146.520 MHz, the national 2m simplex calling frequency. Key up the handheld there and it comes through the laptop.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Talking point: this whole receiver -- the part that's a dedicated chip in a normal radio -- is about a dozen blocks of software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 · THE HEADLINE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Record the Entire 2m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03_record_2m_band_to_file.grc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Tunes to 146.0 MHz center at 6 Msps -- covers 143.0 to 149.0 MHz, the whole 144-148 MHz 2m band with margin to spare.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one channel -- every signal on the entire band, captured at once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Raw IQ, written to a self-describing file (sample rate + center frequency saved in the header)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Live: hit Execute, key up the handheld once or twice, hit Stop. ~2.9 GB/minute -- a 20-30 second capture is plenty for the demo.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3B · 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...And Play It Back Over the 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SEE NEXT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04_playback_2m_band_from_file.grc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Reads the file back and feeds it straight into the HackRF's transmitter -- the exact recorded band reappears on the air.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Watch the waterfall reproduce exactly what was captured; the handheld hears the same signal a second time, live.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is the moment that makes SDR click: the recording *is* the radio signal -- numbers on disk, transmitted back as RF.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B020"/>
                </a:solidFill>
                <a:latin typeface="Calibri"/>
              </a:rPr>
              <a:t>⚠  BEFORE WE TRANSMIT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Part 97 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A licensed control operator is present the entire time we transmit.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We identify with callsign at the start/end and every 10 minutes.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music, no broadcast content -- a brief, identified test transmission only.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Power stays at the minimum needed -- TX gain starts low and only comes up as far as the demo needs.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control operator today, or want zero on-air emission? The HackRF TX port can go into a dummy load instead of an antenna -- same demo, nothing radiated.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4  · 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NBFM Voice Transmitter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CONTROL OP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05_nbfm_voice_transmitter.grc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reverse direction: laptop microphone → NBFM modulator → HackRF → antenna.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Talk into the laptop, hear yourself on the handheld -- live two-way, same 146.520 MHz simplex frequency as Demo 2.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Skip this one if there's no control operator in the room -- Demos 0-3 already tell the full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Just Happened, Technically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piece of hardware -- the same HackRF -- was an FM radio, a spectrum analyzer, a repeater receiver, a wideband recorder, and a voice transceiver, in the same 20 minutes.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only thing that changed between demos was which flowgraph was loaded -- no soldering, no new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recording in Demo 3 wasn't a simulation of the 2m band -- it was the actual RF, represented as numbers, played back as actual RF.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That's the whole idea of “software defined”: the radio is defined by the software running on general-purpose hardware, not by purpose-built circuitry.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WHERE THIS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More Demo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Quick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CTCSS/PL tone squelch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CW (Morse) ID transmitter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RDS decode from FM broadcast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APRS decode (144.390 MHz)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Bigger swings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WSPR / FT8 weak-signal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ADS-B aircraft tracking (1090 MHz)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Cross-band digital repeater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Digital voice (DMR / D-STAR)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Full writeup with effort/dependency notes: BRAINSTORM.md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Specs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Frequency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92024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 MHz – 6 GHz (HackRF One)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Sample rate used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48716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2–10 Msps depending on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54096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054096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144.000 – 148.000 MHz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21024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210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70cm band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621024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420.000 – 450.000 MHz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87952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8795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simplex calling freq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187952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146.520 MHz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54880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5488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Demo 3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75488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146.0 MHz center @ 6 Msps ≈ 2.9 GB/min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21808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2180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HackRF TX power (typical)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532180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≈ 10–15 dBm max, kept low for these demos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Go Build Something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GNU Radio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gnuradio.org — the toolkit, docs, and tutorials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HackRF One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greatscottgadgets.com/hackrf — hardware + firmware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SoapySDR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github.com/pothosware/SoapySDR — the hardware abstraction layer used today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ARRL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arrl.org — licensing info and Part 97 reference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kit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All flowgraphs, README, and brainstorm doc are in this repo’s flowgraphs/ and top-level README.md / BRAINSTORM.md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Questions? Let's get on the 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20624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mark@grennan.com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