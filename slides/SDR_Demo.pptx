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playlist?list=PLywxmTaHNUNyKmgF70q8q3QHYIw_LFbrX" TargetMode="Externa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Core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quadrature ADC/DAC (8-bit I, 8-bit Q)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never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Hi-Speed USB 2.0,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TX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Two software-controlled TX gain stages -- no physical knobs: an on/off RF amp (~+11 dB) and a VGA/IF gain stage, 0-47 dB in 1 dB steps.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Max output power varies with frequency -- roughly +5 to +15 dBm from 1 MHz-2.17 GHz, dropping to about 0-10 dBm up through 4 GHz. Best performance is actually 2170-2740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Tonight's TX demos default to just 10 dB of VGA gain -- comfortably at the low end, per the "minimum power necessary" guidance.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 built-in per-band TX filtering -- it's a general-purpose transmitter, so staying inside our allocated ham segments is on 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hackrf.readthedocs.io, greatscottgadgets.com/hackrf/one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21</a:t>
            </a:r>
          </a:p>
        </p:txBody>
      </p:sp>
      <p:pic>
        <p:nvPicPr>
          <p:cNvPr id="20" name="Picture 19" descr="gnuradi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219456"/>
            <a:ext cx="3346704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21</a:t>
            </a:r>
          </a:p>
        </p:txBody>
      </p:sp>
      <p:pic>
        <p:nvPicPr>
          <p:cNvPr id="16" name="Picture 15" descr="grc_flowgraph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73736"/>
            <a:ext cx="47548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quick tune to any strong local FM station brings music through the laptop speakers, instantly.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 proves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 covers both ham bands -- we'll retune live between 2m and 70cm.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spectrum plot and waterfall light up in real time as a handheld transmission appears.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the same slice of RF spectrum a traditional radio can only look at one narrow channel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Tuned to 146.520 MHz, the national 2m simplex calling frequency.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whole receiver -- normally a dedicated chip in an off-the-shelf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single recording captures everything transmitted on the band during that window -- roughly 2.9 GB per minute at this sample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waterfall reproduces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 two-way on the same 146.520 MHz simplex frequency as Demo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Radio: What It Is, How It's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What It Actually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Started in 2001 (Eric Blossom); now stewarded by the GNU Radio Project and the GNU Radio Foundation.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C++ underneath for real-time DSP performance; Python (and GNU Radio Companion) on top for building and scripting flowgraphs.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A scheduler manages sample buffers between blocks -- the same runtime whether the samples are live from a HackRF or read back from a file.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Hundreds of built-in blocks -- filters, modulators, channel coding, synchronization -- plus a large ecosystem of out-of-tree (OOT) modules for specific protocols.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How to learn GNU-Radio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06040"/>
            <a:ext cx="4572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Calibri"/>
                <a:hlinkClick r:id="rId2"/>
              </a:rPr>
              <a:t>https://www.youtube.com/playlist?list=PLywxmTaHNUNyKmgF70q8q3QHYIw_LFbrX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gnuradio.org -- GNU Radio Conference (GRCon) happens every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21</a:t>
            </a:r>
          </a:p>
        </p:txBody>
      </p:sp>
      <p:pic>
        <p:nvPicPr>
          <p:cNvPr id="13" name="Picture 12" descr="learn_gnuradio_youtube_thu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3300984"/>
            <a:ext cx="5266944" cy="31363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BEYOND TONIGHT'S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Connecting GNU Radio to Other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Other SDRs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Same GRC blocks, different hardware -- SoapySDR supports RTL-SDR, LimeSDR, PlutoSDR, Airspy, SDRplay, and more through one common driver API.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USRP hardware typically goes through UHD instead -- GNU Radio ships dedicated UHD blocks for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Swapping hardware is usually a one-block change in the flowgraph, not a redesign.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Analog / Non-SDR Radios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Audio interface: a USB sound card wired to a radio's mic/speaker (or data) port runs digital modes -- APRS, PSK31, and more -- through a normal transceiver, no RF-direct hardware needed.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Rig control (CAT): Hamlib-based blocks let a flowgraph key PTT and set frequency on a physical radio over serial/USB.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Direct RF coupling: exactly what tonight's demo did -- the SDR transmits or receives over the air, and the other radio just needs an antenna.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Tonight only used one SDR and one handheld over RF -- the same tools bridge to almost anything with an antenna or an audio jack.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ONE WORD, THREE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Three Kinds of Bandwidth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SDR (RF)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Instantaneous bandwidth = sample rate itself -- spans -Fs/2 to +Fs/2 around wherever you're tuned.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up to 20 Msps -&gt; up to 20 MHz of spectrum visible at once.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Rule of thumb: trust only the center ~4/5 of that ("Sean's 4/5 rule") -- the anti-alias filter rolls off near the edges.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Interface Bandwidth (USB)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A separate bottleneck: getting every sample off the SDR and into the computer, in real time, without dropping any.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USB 2.0 Hi-Speed. At 20 Msps complex 8-bit, that's ~320 Mbps -- already close to USB2's practical ceiling.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Exactly why hackrf_info warns about other devices sharing the USB bus at high sample rates.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Receive Bandwidth (What the Software Decodes)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The RF capture and the channel actually being decoded are two different numbers.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Demo 3 captured 6 MHz of the 2m band; one NBFM voice channel is only ~16 kHz wide.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That gap is exactly the Filter/Resample block from "Reading a Flowgraph" -- narrowing a wide capture down to one channel.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pysdr.org (Ch. 3, IQ Sampling -- sample rate = instantaneous bandwidth, Nyquist, "Sean's 4/5 rule")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