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ywxmTaHNUNyKmgF70q8q3QHYIw_LFbrX" TargetMode="Externa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rgilo/sdr-example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22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22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to learn GNU-Radio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572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  <a:hlinkClick r:id="rId2"/>
              </a:rPr>
              <a:t>https://www.youtube.com/playlist?list=PLywxmTaHNUNyKmgF70q8q3QHYIw_LFbrX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22</a:t>
            </a:r>
          </a:p>
        </p:txBody>
      </p:sp>
      <p:pic>
        <p:nvPicPr>
          <p:cNvPr id="13" name="Picture 12" descr="learn_gnuradio_youtube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300984"/>
            <a:ext cx="5266944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ONE WORD, THREE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Three Kinds of Bandwidth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SDR (RF)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Instantaneous bandwidth = sample rate itself -- spans -Fs/2 to +Fs/2 around wherever you're tuned.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up to 20 Msps -&gt; up to 20 MHz of spectrum visible at once.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Rule of thumb: trust only the center ~4/5 of that ("Sean's 4/5 rule") -- the anti-alias filter rolls off near the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Interface Bandwidth (USB)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A separate bottleneck: getting every sample off the SDR and into the computer, in real time, without dropping any.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USB 2.0 Hi-Speed. At 20 Msps complex 8-bit, that's ~320 Mbps -- already close to USB2's practical ceiling.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Exactly why hackrf_info warns about other devices sharing the USB bus at high sample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Receive Bandwidth (What the Software Decodes)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The RF capture and the channel actually being decoded are two different numbers.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Demo 3 captured 6 MHz of the 2m band; one NBFM voice channel is only ~16 kHz wide.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That gap is exactly the Filter/Resample block from "Reading a Flowgraph" -- narrowing a wide capture down to one channel.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pysdr.org (Ch. 3, IQ Sampling -- sample rate = instantaneous bandwidth, Nyquist, "Sean's 4/5 rule")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8EA7BA"/>
                </a:solidFill>
                <a:latin typeface="Calibri"/>
              </a:rPr>
              <a:t>Working GNU Radio flowgraphs for many of these modes (ham club tutorial repo): </a:t>
            </a:r>
            <a:r>
              <a:rPr sz="1300" i="1">
                <a:latin typeface="Calibri"/>
                <a:hlinkClick r:id="rId2"/>
              </a:rPr>
              <a:t>github.com/argilo/sdr-examples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SOFTWARE DEFINED RADIO REQUIRES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Learn the DSP, in Python: pysdr.org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Everything tonight ran through GNU Radio Companion's drag-and-drop canvas -- pysdr.org teaches the same DSP by writing the Python (NumPy/SciPy) yourself, concept by concept.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Free, written for engineers, no textbook required first -- the same site cited earlier tonight for noise (slide 3) and bandwidth/Nyquist (slide 17).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Fourier
Transforms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Digital
Modulation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RX &amp; TX
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Fourier Transforms: the FFT math behind every spectrum plot and waterfall shown tonight.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Filters: the same low-pass/channel-select filtering every flowgraph tonight used, written out by hand.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Digital Modulation: ASK, PSK, QAM, FSK -- how bits become RF, from first principles.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RX &amp; TX in Python: PlutoSDR, USRP, RTL-SDR, and HackRF, each driven directly from a Python script -- no GRC canvas required.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pysdr.org -- "A Guide to SDR and DSP using Python"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