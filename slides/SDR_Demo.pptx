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21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21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Actually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Just Happened, Technically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piece of hardware -- the same HackRF -- was an FM radio, a spectrum analyzer, a repeater receiver, a wideband recorder, and a voice transceiver, in the same 20 minutes.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only thing that changed between demos was which flowgraph was loaded -- no soldering, no new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recording in Demo 3 wasn't a simulation of the 2m band -- it was the actual RF, represented as numbers, played back as actual RF.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That's the whole idea of “software defined”: the radio is defined by the software running on general-purpose hardware, not by purpose-built circuitry.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