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websdr.or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17-Project/LinHT-hw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playlist?list=PLywxmTaHNUNyKmgF70q8q3QHYIw_LFbrX" TargetMode="Externa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rgilo/sdr-examples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D0BA"/>
                </a:solidFill>
                <a:latin typeface="Calibri"/>
              </a:rPr>
              <a:t>SOFTWARE DEFINED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From Bits to Airwaves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A live demo with GNU Radio Companion, a HackRF One, and a 144/440 MHz handheld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34340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Airwaves: 3 Hz – 3 THz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D7E3EC"/>
                </a:solidFill>
                <a:latin typeface="Calibri"/>
              </a:rPr>
              <a:t>By international convention (ITU), everything humans use for wireless communication -- from submarine navigation to satellite links -- lives somewhere in this range. Twelve decades, back to back, and every one of them is already spoken for.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69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SLF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3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ULF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VLF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27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1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55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VHF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0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UHF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84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SHF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99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EHF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13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THF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THz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43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8EA7BA"/>
                </a:solidFill>
                <a:latin typeface="Calibri"/>
              </a:rPr>
              <a:t>Each band spans one decade -- band N runs 0.3×10ᴺ Hz to 3×10ᴺ Hz.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892040"/>
            <a:ext cx="5029200" cy="41148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500" b="1">
                <a:solidFill>
                  <a:srgbClr val="35D0BA"/>
                </a:solidFill>
                <a:latin typeface="Calibri"/>
              </a:rPr>
              <a:t>Tonight lives here: VHF / UHF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486400"/>
            <a:ext cx="9235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2m (144-148 MHz) and 70cm (420-450 MHz) -- our ham bands -- plus FM broadcast (88-108 MHz), all three narrow slivers of one 270:1 span (30 MHz-3 GHz).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ITU Radio Regulations, Article 2 -- band designations ELF-THF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Every Signal Arrives Already Mixed With Noise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From Nature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Thermal noise: the atoms in your receiver's own components are vibrating with heat -- that's noise, before an antenna is even involved.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Modeled as Gaussian / "white" noise -- flat across the whole band. That's the hiss you hear with nothing tuned in.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Lightning sferics: crackly pops from distant thunderstorms, audible from VLF up through HF.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Ionized meteor trails briefly reflect distant signals into a receiver -- noise and signal from the same natural event.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We Make Ourselves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Every switching power supply, phone charger, and LED driver in this room is radiating RF -- one of the most common interference sources hams fight.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USB 3.0 leaks clock noise at multiples of 480 MHz; HDMI cables can splatter interference across roughly 148-742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Monitors, DisplayPort, powerline networking adapters -- all of it adds more.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None of it is malicious. It's just what happens when fast digital clocks run next to a receiver.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881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35D0BA"/>
                </a:solidFill>
                <a:latin typeface="Calibri"/>
              </a:rPr>
              <a:t>Every demo tonight starts here: find the signal you want inside everything else that's already there. Watch the noise floor on the very first demo -- it's not empty.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Sources: pysdr.org (Ch. 10, Noise and Random Variables) and sigidwiki.com (Interfering Emissions category)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Hear It For Yourself, 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Everything on the last slide -- thermal noise, atmospheric sferics, switching power supplies -- is audible right now, live.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The entire 20-meter ham band (14.000-14.350 MHz), captured all at once and played as one audio stream -- not tuned to any single station, just the raw mix of everything active on the band.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Prefer to go exploring on your own later? A worldwide network of live receivers anyone can tune: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5848" y="4389120"/>
            <a:ext cx="5486400" cy="685800"/>
          </a:xfrm>
          <a:prstGeom prst="roundRect">
            <a:avLst>
              <a:gd name="adj" fmla="val 25000"/>
            </a:avLst>
          </a:prstGeom>
          <a:solidFill>
            <a:srgbClr val="1B5E58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35D0BA"/>
                </a:solidFill>
                <a:latin typeface="Calibri"/>
                <a:hlinkClick r:id="rId2"/>
              </a:rPr>
              <a:t>websdr.org  --  listen 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578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8EA7BA"/>
                </a:solidFill>
                <a:latin typeface="Calibri"/>
              </a:rPr>
              <a:t>Try it: pick any frequency and just listen.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websdr.org -- University of Twente WebSDR, public since April 2008 (Pieter-Tjerk de Boer, PA3FWM)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3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Finding a Signal in the Noise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A receiver doesn't remove noise -- it narrows down. Filter to just the channel bandwidth of the signal you want, and every watt of noise outside that channel disappears with it.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What actually matters is SNR: not "is there noise" (there always is) but "is the signal stronger than the noise inside the bandwidth you're listening in."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Modulation is what makes a signal findable in the first place -- FM, AM, PSK, and friends each carve a distinct, structured shape into the spectrum that a demodulator can lock onto and reject everything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6647" y="3977639"/>
            <a:ext cx="30175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Wideband Capture
(mostly noise)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84167" y="4325111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87087" y="3977639"/>
            <a:ext cx="30175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Filter to
Channel Bandwidth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604607" y="4325111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07527" y="3977639"/>
            <a:ext cx="30175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Demodulate
(now readable)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D7E3EC"/>
                </a:solidFill>
                <a:latin typeface="Calibri"/>
              </a:rPr>
              <a:t>Real hardware built to do exactly this -- an SDR front end plus Linux demodulating FM, SSB, and M17 digital voice out of live RF: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35D0BA"/>
                </a:solidFill>
                <a:latin typeface="Calibri"/>
                <a:hlinkClick r:id="rId2"/>
              </a:rPr>
              <a:t>github.com/M17-Project/LinHT-hw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LinHT: an open-source Linux handheld SDR transceiver -- FM/SSB/M17, CC BY-NC-SA 4.0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4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Is Software Defined Radio?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309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Traditional radios: filtering, mixing, and demodulation are done by dedicated analog/digital hardware built for one job.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SDR: an antenna feeds a wideband ADC/DAC, and everything after that -- tuning, filtering, demodulating, decoding -- happens in software.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Same box, endless radios: change the software, not the hardware.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Today's demo does this literally -- one HackRF, six different “radios,” just by loading a different flowgraph.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224028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Antenna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Analog RF in/out</a:t>
            </a:r>
          </a:p>
        </p:txBody>
      </p:sp>
      <p:sp>
        <p:nvSpPr>
          <p:cNvPr id="9" name="Down Arrow 8"/>
          <p:cNvSpPr/>
          <p:nvPr/>
        </p:nvSpPr>
        <p:spPr>
          <a:xfrm>
            <a:off x="9235440" y="310896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0" y="333756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ADC / DAC
(HackRF)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Samples ↔ RF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9235440" y="420624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0" y="443484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Software
(GNU Radio)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Filter · demod · decode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5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Core Specs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1 MHz – 6 GHz tuning range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Up to 20 Msps, 8-bit quadrature ADC/DAC (8-bit I, 8-bit Q)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Half-duplex (RX or TX, never both at once)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Hi-Speed USB 2.0, USB-powered, open source hardware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This talk: driven via SoapySDR from GNU Radio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TX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Two software-controlled TX gain stages -- no physical knobs: an on/off RF amp (~+11 dB) and a VGA/IF gain stage, 0-47 dB in 1 dB steps.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Max output power varies with frequency -- roughly +5 to +15 dBm from 1 MHz-2.17 GHz, dropping to about 0-10 dBm up through 4 GHz. Best performance is actually 2170-2740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Tonight's TX demos default to just 10 dB of VGA gain -- comfortably at the low end, per the "minimum power necessary" guidance.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 built-in per-band TX filtering -- it's a general-purpose transmitter, so staying inside our allocated ham segments is on 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Sources: hackrf.readthedocs.io, greatscottgadgets.com/hackrf/one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6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GNU Radio + GNU Radio Companion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Radio: open-source DSP toolkit -- filters, modulators, demodulators, resamplers, all as reusable building blocks.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 Companion (GRC): drag-and-drop flowgraph editor that generates the underlying Python for you.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SoapySDR: hardware abstraction layer -- the same flowgraph blocks work whether it's a HackRF, RTL-SDR, LimeSDR, or others.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 flowgraph in this demo is a plain-text .grc file -- versionable, diffable, shareable.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2148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A7BA"/>
                </a:solidFill>
                <a:latin typeface="Calibri"/>
              </a:rPr>
              <a:t>Toolchain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606040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Flowgraph (.grc)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9262872" y="3172968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43800" y="3319272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Companion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262872" y="3886200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43800" y="4032504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Generated Python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9262872" y="4599432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43800" y="4745736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runtime + SoapySDR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9262872" y="5312664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43800" y="5458968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7 / 24</a:t>
            </a:r>
          </a:p>
        </p:txBody>
      </p:sp>
      <p:pic>
        <p:nvPicPr>
          <p:cNvPr id="20" name="Picture 19" descr="gnuradi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1544" y="219456"/>
            <a:ext cx="3346704" cy="1673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CORE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Reading a Flowgraph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Blocks are connected left to right: a Source produces samples, middle blocks process them, a Sink consumes them.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Everything on the RF side flows as complex IQ samples -- one number for signal strength/phase in two dimensions (I and Q), captured at the sample rate.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Sample rate sets your instantaneous bandwidth: capture at 6 Msps and you're watching 6 MHz of spectrum at once, not just one channel.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HackRF
Source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0974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266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Filter /
Resample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438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4730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Demodulate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7902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Audio / File
Sink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8 / 24</a:t>
            </a:r>
          </a:p>
        </p:txBody>
      </p:sp>
      <p:pic>
        <p:nvPicPr>
          <p:cNvPr id="16" name="Picture 15" descr="grc_flowgraph_screensh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73736"/>
            <a:ext cx="4754880" cy="1499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EA7BA"/>
                </a:solidFill>
                <a:latin typeface="Calibri"/>
              </a:rPr>
              <a:t>DEMO 0  ·  ICEBREAKER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FM Broadcast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quick tune to any strong local FM station brings music through the laptop speakers, instantly.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a ham-band demo -- it proves the whole chain works (driver, HackRF, GNU Radio, audio out) before the ham material, and it needs no license to receive.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9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Live Spectrum &amp; Waterfall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One flowgraph covers both ham bands -- we'll retune live between 2m and 70cm.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Watch the spectrum plot and waterfall light up in real time as a handheld transmission appears.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It's the same slice of RF spectrum a traditional radio can only look at one narrow channel of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10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Tunable NBFM Voice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real narrowband FM voice receiver -- channel filter, resampler, FM demodulator, straight to the speakers.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Tuned to 146.520 MHz, the national 2m simplex calling frequency.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whole receiver -- normally a dedicated chip in an off-the-shelf radio -- is about a dozen blocks of software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11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B020"/>
                </a:solidFill>
                <a:latin typeface="Calibri"/>
              </a:rPr>
              <a:t>⚠  BEFORE WE TRANSMIT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Part 97 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A licensed control operator is present the entire time we transmit.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We identify with callsign at the start/end and every 10 minutes.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music, no broadcast content -- a brief, identified test transmission only.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Power stays at the minimum needed -- TX gain starts low and only comes up as far as the demo needs.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control operator today, or want zero on-air emission? The HackRF TX port can go into a dummy load instead of an antenna -- same demo, nothing radiated.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12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 · THE HEADLINE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Record the Entire 2m Band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Tunes to 146.0 MHz center at 6 Msps -- covers 143.0 to 149.0 MHz, the whole 144-148 MHz 2m band with margin to spare.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one channel -- every signal on the entire band, captured at once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Raw IQ, written to a self-describing file (sample rate + center frequency saved in the header)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single recording captures everything transmitted on the band during that window -- roughly 2.9 GB per minute at this sample 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13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3B · 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...And Play It Back Over the 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SEE NEXT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Reads the file back and feeds it straight into the HackRF's transmitter -- the exact recorded band reappears on the air.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waterfall reproduces exactly what was captured; the handheld hears the same signal a second time, live.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is the moment that makes SDR click: the recording *is* the radio signal -- numbers on disk, transmitted back as RF.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14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4  ·  OPTIONAL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NBFM Voice Transmitter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CONTROL OP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reverse direction: laptop microphone → NBFM modulator → HackRF → antenna.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Live two-way on the same 146.520 MHz simplex frequency as Demo 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15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SOFTWARE, REVISITED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GNU Radio: What It Is, How It's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What It Actually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Started in 2001 (Eric Blossom); now stewarded by the GNU Radio Project and the GNU Radio Foundation.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C++ underneath for real-time DSP performance; Python (and GNU Radio Companion) on top for building and scripting flowgraphs.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A scheduler manages sample buffers between blocks -- the same runtime whether the samples are live from a HackRF or read back from a file.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Hundreds of built-in blocks -- filters, modulators, channel coding, synchronization -- plus a large ecosystem of out-of-tree (OOT) modules for specific protocols.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14884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How to learn GNU-Radio Companion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606040"/>
            <a:ext cx="4572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latin typeface="Calibri"/>
                <a:hlinkClick r:id="rId2"/>
              </a:rPr>
              <a:t>https://www.youtube.com/playlist?list=PLywxmTaHNUNyKmgF70q8q3QHYIw_LFbrX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Source: gnuradio.org -- GNU Radio Conference (GRCon) happens every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16 / 24</a:t>
            </a:r>
          </a:p>
        </p:txBody>
      </p:sp>
      <p:pic>
        <p:nvPicPr>
          <p:cNvPr id="13" name="Picture 12" descr="learn_gnuradio_youtube_thum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3300984"/>
            <a:ext cx="5266944" cy="313639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BEYOND TONIGHT'S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Connecting GNU Radio to Other Radios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Other SDRs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Same GRC blocks, different hardware -- SoapySDR supports RTL-SDR, LimeSDR, PlutoSDR, Airspy, SDRplay, and more through one common driver API.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USRP hardware typically goes through UHD instead -- GNU Radio ships dedicated UHD blocks for it.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Swapping hardware is usually a one-block change in the flowgraph, not a redesign.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Analog / Non-SDR Radios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Audio interface: a USB sound card wired to a radio's mic/speaker (or data) port runs digital modes -- APRS, PSK31, and more -- through a normal transceiver, no RF-direct hardware needed.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Rig control (CAT): Hamlib-based blocks let a flowgraph key PTT and set frequency on a physical radio over serial/USB.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Direct RF coupling: exactly what tonight's demo did -- the SDR transmits or receives over the air, and the other radio just needs an antenna.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Tonight only used one SDR and one handheld over RF -- the same tools bridge to almost anything with an antenna or an audio jack.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17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ONE WORD, THREE MEANINGS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Three Kinds of Bandwidth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502152" cy="4114800"/>
          </a:xfrm>
          <a:prstGeom prst="roundRect">
            <a:avLst>
              <a:gd name="adj" fmla="val 5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044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SDR (RF) Bandwidth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Instantaneous bandwidth = sample rate itself -- spans -Fs/2 to +Fs/2 around wherever you're tuned.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HackRF: up to 20 Msps -&gt; up to 20 MHz of spectrum visible at once.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Rule of thumb: trust only the center ~4/5 of that ("Sean's 4/5 rule") -- the anti-alias filter rolls off near the edges.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920240"/>
            <a:ext cx="3502152" cy="4114800"/>
          </a:xfrm>
          <a:prstGeom prst="roundRect">
            <a:avLst>
              <a:gd name="adj" fmla="val 5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103120"/>
            <a:ext cx="3044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Interface Bandwidth (USB)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78892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A separate bottleneck: getting every sample off the SDR and into the computer, in real time, without dropping any.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HackRF: USB 2.0 Hi-Speed. At 20 Msps complex 8-bit, that's ~320 Mbps -- already close to USB2's practical ceiling.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Exactly why hackrf_info warns about other devices sharing the USB bus at high sample rates.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920240"/>
            <a:ext cx="3502152" cy="4114800"/>
          </a:xfrm>
          <a:prstGeom prst="roundRect">
            <a:avLst>
              <a:gd name="adj" fmla="val 5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38744" y="2103120"/>
            <a:ext cx="3044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Receive Bandwidth (What the Software Decodes)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278892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The RF capture and the channel actually being decoded are two different numbers.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Demo 3 captured 6 MHz of the 2m band; one NBFM voice channel is only ~16 kHz wide.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That gap is exactly the Filter/Resample block from "Reading a Flowgraph" -- narrowing a wide capture down to one channel.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Source: pysdr.org (Ch. 3, IQ Sampling -- sample rate = instantaneous bandwidth, Nyquist, "Sean's 4/5 rule")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18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WHERE THIS GOES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More Demo Ideas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Quick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CTCSS/PL tone squelch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CW (Morse) ID transmitter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RDS decode from FM broadcast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APRS decode (144.390 MHz)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Bigger swings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WSPR / FT8 weak-signal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ADS-B aircraft tracking (1090 MHz)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Cross-band digital repeater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Digital voice (DMR / D-STAR)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Full writeup with effort/dependency notes: BRAINSTORM.md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8EA7BA"/>
                </a:solidFill>
                <a:latin typeface="Calibri"/>
              </a:rPr>
              <a:t>Working GNU Radio flowgraphs for many of these modes (ham club tutorial repo): </a:t>
            </a:r>
            <a:r>
              <a:rPr sz="1300" i="1">
                <a:latin typeface="Calibri"/>
                <a:hlinkClick r:id="rId2"/>
              </a:rPr>
              <a:t>github.com/argilo/sdr-examples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19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Specs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Frequency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92024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 MHz – 6 GHz (HackRF One)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8716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Sample rate used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48716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2–10 Msps depending on demo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54096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band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054096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144.000 – 148.000 MHz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21024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2102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70cm band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621024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420.000 – 450.000 MHz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87952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87952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simplex calling freq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187952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146.520 MHz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754880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75488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Demo 3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75488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146.0 MHz center @ 6 Msps ≈ 2.9 GB/min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321808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32180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HackRF TX power (typical)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532180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≈ 10–15 dBm max, kept low for these demos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20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Go Build Something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GNU Radio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gnuradio.org — the toolkit, docs, and tutorials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HackRF One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greatscottgadgets.com/hackrf — hardware + firmware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SoapySDR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github.com/pothosware/SoapySDR — the hardware abstraction layer used today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ARRL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arrl.org — licensing info and Part 97 reference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kit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All flowgraphs, README, and brainstorm doc are in this repo’s flowgraphs/ and top-level README.md / BRAINSTORM.md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21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SOFTWARE DEFINED RADIO REQUIRES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Learn the DSP, in Python: pysdr.org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Everything tonight ran through GNU Radio Companion's drag-and-drop canvas -- pysdr.org teaches the same DSP by writing the Python (NumPy/SciPy) yourself, concept by concept.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Free, written for engineers, no textbook required first -- the same site cited earlier tonight for noise (slide 3) and bandwidth/Nyquist (slide 17).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338328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Fourier
Transforms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09747" y="373075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2667" y="338328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Filters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4387" y="373075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47307" y="338328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Digital
Modulation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79027" y="373075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338328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RX &amp; TX
in 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09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Fourier Transforms: the FFT math behind every spectrum plot and waterfall shown tonight.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Filters: the same low-pass/channel-select filtering every flowgraph tonight used, written out by hand.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Digital Modulation: ASK, PSK, QAM, FSK -- how bits become RF, from first principles.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RX &amp; TX in Python: PlutoSDR, USRP, RTL-SDR, and HackRF, each driven directly from a Python script -- no GRC canvas required.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pysdr.org -- "A Guide to SDR and DSP using Python"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22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Questions? Let's get on the air.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20624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mark@grennan.com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